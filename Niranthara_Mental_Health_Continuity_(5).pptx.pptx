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91438" y="9818142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54725" y="9678181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44784" y="9818142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41378" y="874395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294685" y="9584874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04626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70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DAHHTIkgHNI</dc:identifier>
  <dcterms:modified xsi:type="dcterms:W3CDTF">2011-08-01T06:04:30Z</dcterms:modified>
  <cp:revision>1</cp:revision>
  <dc:title>Niranthara_Mental_Health_Continuity_(5).pptx</dc:title>
</cp:coreProperties>
</file>